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integrador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Capacitação Contínua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capacitação, diretrizes e prática se retroalimentam para gerar evolução constante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048" y="196596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048" y="19659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048" y="2286000"/>
            <a:ext cx="3108960" cy="18288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2368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2368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2368" y="31729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dos padrões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2368" y="3520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dos times nos novos padrões e na arquitetura de referência.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41368" y="196596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1368" y="19659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1368" y="2286000"/>
            <a:ext cx="3108960" cy="18288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5688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5688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Diretrizes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15688" y="31729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formalizadas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5688" y="3520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interno e padrões que orientam a aplicação no dia a dia.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44688" y="196596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4688" y="19659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4688" y="2286000"/>
            <a:ext cx="3108960" cy="18288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19008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19008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Repositório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19008" y="31729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19008" y="3520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no projeto piloto que valida e amadurece os padrões adotados.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92728" y="3131820"/>
            <a:ext cx="365760" cy="4572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4340200" y="2990088"/>
            <a:ext cx="201168" cy="329184"/>
          </a:xfrm>
          <a:prstGeom prst="triangle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6048" y="3131820"/>
            <a:ext cx="365760" cy="4572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5400000">
            <a:off x="8043520" y="2990088"/>
            <a:ext cx="201168" cy="329184"/>
          </a:xfrm>
          <a:prstGeom prst="triangle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73588" y="4343400"/>
            <a:ext cx="45720" cy="36576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95248" y="4686300"/>
            <a:ext cx="9601200" cy="4572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72388" y="4343400"/>
            <a:ext cx="45720" cy="36576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30656" y="4297680"/>
            <a:ext cx="329184" cy="201168"/>
          </a:xfrm>
          <a:prstGeom prst="triangle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32808" y="4544568"/>
            <a:ext cx="2926080" cy="329184"/>
          </a:xfrm>
          <a:prstGeom prst="roundRect">
            <a:avLst>
              <a:gd name="adj" fmla="val 13889"/>
            </a:avLst>
          </a:prstGeom>
          <a:solidFill>
            <a:srgbClr val="F5F5F2"/>
          </a:solidFill>
          <a:ln w="12700">
            <a:solidFill>
              <a:srgbClr val="F5F5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32808" y="454456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Retroalimentação contínua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73752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 CICLO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51663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25780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1417320" y="5349240"/>
            <a:ext cx="16191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ampliada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17320" y="5696712"/>
            <a:ext cx="161917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aplicando os padrões em projetos reais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10814" y="51663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93694" y="525780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4000" dirty="0"/>
          </a:p>
        </p:txBody>
      </p:sp>
      <p:sp>
        <p:nvSpPr>
          <p:cNvPr id="47" name="Text 45"/>
          <p:cNvSpPr/>
          <p:nvPr/>
        </p:nvSpPr>
        <p:spPr>
          <a:xfrm>
            <a:off x="4270934" y="5349240"/>
            <a:ext cx="16191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técnica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270934" y="5696712"/>
            <a:ext cx="161917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Diretrizes consolidadas e revisadas continuamente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64428" y="51663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7308" y="525780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7124548" y="5349240"/>
            <a:ext cx="16191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contínua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24548" y="5696712"/>
            <a:ext cx="161917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ciclo realimenta o próximo com novos aprendizados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18041" y="51663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00921" y="525780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55" name="Text 53"/>
          <p:cNvSpPr/>
          <p:nvPr/>
        </p:nvSpPr>
        <p:spPr>
          <a:xfrm>
            <a:off x="9978161" y="5349240"/>
            <a:ext cx="16191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único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978161" y="5696712"/>
            <a:ext cx="161917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Capacitação, diretrizes e prática alinhadas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Capacitação • Front-end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2026-04-30T17:58:23Z</dcterms:created>
  <dcterms:modified xsi:type="dcterms:W3CDTF">2026-04-30T17:58:23Z</dcterms:modified>
</cp:coreProperties>
</file>