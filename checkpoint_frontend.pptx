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FRONT-END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876495" y="18288"/>
            <a:ext cx="6858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63040" y="5943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Progresso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 dos principais marcos do trimestre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1277295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3611880"/>
            <a:ext cx="8805672" cy="36576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90472" y="3429000"/>
            <a:ext cx="402336" cy="402336"/>
          </a:xfrm>
          <a:prstGeom prst="ellipse">
            <a:avLst/>
          </a:prstGeom>
          <a:solidFill>
            <a:srgbClr val="1F4D66"/>
          </a:solidFill>
          <a:ln w="25400">
            <a:solidFill>
              <a:srgbClr val="1F4D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862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82496" y="3154680"/>
            <a:ext cx="18288" cy="256032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73736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1828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inicial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1214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Vortex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5420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do projeto e alinhamento de escopo com stakeholders.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25696" y="3429000"/>
            <a:ext cx="402336" cy="402336"/>
          </a:xfrm>
          <a:prstGeom prst="ellipse">
            <a:avLst/>
          </a:prstGeom>
          <a:solidFill>
            <a:srgbClr val="1F4D66"/>
          </a:solidFill>
          <a:ln w="25400">
            <a:solidFill>
              <a:srgbClr val="1F4D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1024" y="38862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17720" y="3154680"/>
            <a:ext cx="18288" cy="256032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38144" y="173736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75304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78224" y="1828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sequência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75304" y="21214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Documentação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75304" y="25420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Estruturação da base de conhecimento técnica e arquitetural.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60920" y="3429000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D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38862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98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52944" y="3154680"/>
            <a:ext cx="18288" cy="256032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73368" y="173736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13448" y="1828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10528" y="21214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Alinhamentos de Design System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10528" y="25420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Definições de tokens, componentes e padrões de uso.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296144" y="3429000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D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91472" y="38862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98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488168" y="3154680"/>
            <a:ext cx="18288" cy="256032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08592" y="173736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45752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948672" y="1828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445752" y="21214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Capacitação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445752" y="25420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gaps técnicos e trilhas de evolução do time.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663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DO CICLO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5010912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5148072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45" name="Text 43"/>
          <p:cNvSpPr/>
          <p:nvPr/>
        </p:nvSpPr>
        <p:spPr>
          <a:xfrm>
            <a:off x="1783080" y="5303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concluídos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783080" y="5669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+ Documentação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270248" y="5010912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44568" y="5148072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49" name="Text 47"/>
          <p:cNvSpPr/>
          <p:nvPr/>
        </p:nvSpPr>
        <p:spPr>
          <a:xfrm>
            <a:off x="5596128" y="5303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em andamento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596128" y="5669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+ Capacitação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083296" y="5010912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57616" y="5148072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53" name="Text 51"/>
          <p:cNvSpPr/>
          <p:nvPr/>
        </p:nvSpPr>
        <p:spPr>
          <a:xfrm>
            <a:off x="9409176" y="5303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Focos no próximo ciclo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409176" y="5669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Integração, DS e Treinamento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732520" y="4727448"/>
            <a:ext cx="128016" cy="128016"/>
          </a:xfrm>
          <a:prstGeom prst="ellipse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15400" y="46634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149840" y="4727448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D6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332720" y="46634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Executivo • Front-end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FRONT-END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876495" y="18288"/>
            <a:ext cx="6858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• Concluído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63040" y="5943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Concluídas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foi realizado e consolidado como base do próximo ciclo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1277295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3E7A3A"/>
          </a:solidFill>
          <a:ln w="12700">
            <a:solidFill>
              <a:srgbClr val="3E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06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828800" y="26974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inicial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94436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Vortex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executivo e alinhamento de escopo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977640"/>
            <a:ext cx="4800600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60520"/>
            <a:ext cx="47091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formal do projeto a stakeholders e lideranças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de objetivos, escopo e critérios de sucesso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responsáveis, cadência e canais de comunicação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da direção arquitetural proposta para o front-end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91072" y="237744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2606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7662672" y="26974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sequência ao kickoff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62672" y="294436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Documentação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11112" y="35204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técnica e arquitetural estruturada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11112" y="3977640"/>
            <a:ext cx="4800600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4160520"/>
            <a:ext cx="47091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do repositório de documentação e padrões de escrita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versão dos guias de arquitetura e convenções de código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das decisões técnicas (ADR) já tomadas no projeto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inicial mapeado para novos integrantes do time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Executivo • Front-end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FRONT-END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876495" y="18288"/>
            <a:ext cx="6858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• Em andamento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63040" y="5943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em Andamento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ativas com progresso atual e previsão de conclusão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1277295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B9812C"/>
          </a:solidFill>
          <a:ln w="12700">
            <a:solidFill>
              <a:srgbClr val="B981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6576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 Integração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31272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práticas com a plataforma Vortex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ATUAL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4041648"/>
            <a:ext cx="2651760" cy="201168"/>
          </a:xfrm>
          <a:prstGeom prst="roundRect">
            <a:avLst>
              <a:gd name="adj" fmla="val 50000"/>
            </a:avLst>
          </a:prstGeom>
          <a:solidFill>
            <a:srgbClr val="E4E3DD"/>
          </a:solidFill>
          <a:ln w="12700">
            <a:solidFill>
              <a:srgbClr val="E4E3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041648"/>
            <a:ext cx="1458468" cy="201168"/>
          </a:xfrm>
          <a:prstGeom prst="roundRect">
            <a:avLst>
              <a:gd name="adj" fmla="val 50000"/>
            </a:avLst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399592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3108960" cy="384048"/>
          </a:xfrm>
          <a:prstGeom prst="roundRect">
            <a:avLst>
              <a:gd name="adj" fmla="val 11905"/>
            </a:avLst>
          </a:prstGeom>
          <a:solidFill>
            <a:srgbClr val="DCE6E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4805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047488"/>
            <a:ext cx="3108960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138928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local configurado e contratos mapeados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fluxos de integração validados em dupla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cobertura dos casos de erro e retry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70248" y="2377440"/>
            <a:ext cx="36576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4568" y="2651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Definições de Design System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44568" y="31272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componentes e padrões de uso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44568" y="37033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ATUAL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44568" y="4041648"/>
            <a:ext cx="2651760" cy="201168"/>
          </a:xfrm>
          <a:prstGeom prst="roundRect">
            <a:avLst>
              <a:gd name="adj" fmla="val 50000"/>
            </a:avLst>
          </a:prstGeom>
          <a:solidFill>
            <a:srgbClr val="E4E3DD"/>
          </a:solidFill>
          <a:ln w="12700">
            <a:solidFill>
              <a:srgbClr val="E4E3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44568" y="4041648"/>
            <a:ext cx="1060704" cy="201168"/>
          </a:xfrm>
          <a:prstGeom prst="roundRect">
            <a:avLst>
              <a:gd name="adj" fmla="val 50000"/>
            </a:avLst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06056" y="399592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44568" y="4480560"/>
            <a:ext cx="3108960" cy="384048"/>
          </a:xfrm>
          <a:prstGeom prst="roundRect">
            <a:avLst>
              <a:gd name="adj" fmla="val 11905"/>
            </a:avLst>
          </a:prstGeom>
          <a:solidFill>
            <a:srgbClr val="DCE6E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44568" y="44805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Previsão: mai/2026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44568" y="5047488"/>
            <a:ext cx="3108960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0288" y="5138928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 de componentes existentes concluído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 cor e tipografia em revisão com design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especificação dos componentes-base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83296" y="2377440"/>
            <a:ext cx="36576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57616" y="2651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do Time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357616" y="31272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gaps e trilhas de evolução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57616" y="37033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ATUAL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357616" y="4041648"/>
            <a:ext cx="2651760" cy="201168"/>
          </a:xfrm>
          <a:prstGeom prst="roundRect">
            <a:avLst>
              <a:gd name="adj" fmla="val 50000"/>
            </a:avLst>
          </a:prstGeom>
          <a:solidFill>
            <a:srgbClr val="E4E3DD"/>
          </a:solidFill>
          <a:ln w="12700">
            <a:solidFill>
              <a:srgbClr val="E4E3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57616" y="4041648"/>
            <a:ext cx="795528" cy="201168"/>
          </a:xfrm>
          <a:prstGeom prst="roundRect">
            <a:avLst>
              <a:gd name="adj" fmla="val 50000"/>
            </a:avLst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19104" y="399592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357616" y="4480560"/>
            <a:ext cx="3108960" cy="384048"/>
          </a:xfrm>
          <a:prstGeom prst="roundRect">
            <a:avLst>
              <a:gd name="adj" fmla="val 11905"/>
            </a:avLst>
          </a:prstGeom>
          <a:solidFill>
            <a:srgbClr val="DCE6E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57616" y="44805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avaliação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357616" y="5047488"/>
            <a:ext cx="3108960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03336" y="5138928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inicial de competências por pessoa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Identificados gaps em arquitetura e testes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definir trilhas e cadência de estudo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Executivo • Front-end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FRONT-END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876495" y="18288"/>
            <a:ext cx="6858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• Próximos passos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63040" y="5943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Focos de atuação do time de front-end para o próximo ciclo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1277295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3657600" cy="4069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11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IMEDIATO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Vortex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a integração com a plataforma Vortex, garantindo fluxos de autenticação, consumo de APIs e tratamento de erros prontos para produção.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3108960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69087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ENTREGÁVEIS-CHAVE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4965192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integração estabilizada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testes nos fluxos críticos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 contratos e exemplos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70248" y="1783080"/>
            <a:ext cx="3657600" cy="4069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2011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44568" y="23317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44568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Design System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44568" y="34747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Avançar das definições para a entrega dos primeiros componentes reutilizáveis e tokens publicados, alinhados com a arquitetura Angular/Nx.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44568" y="4617720"/>
            <a:ext cx="3108960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4568" y="469087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ENTREGÁVEIS-CHAVE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90288" y="4965192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v1 publicados no monorepo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Componentes-base prontos para uso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adoção para os squads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83296" y="1783080"/>
            <a:ext cx="3657600" cy="4069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D5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57616" y="2011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57616" y="23317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8357616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e Capacitação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357616" y="34747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F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a análise de gaps em trilhas de evolução concretas, com cadência definida e acompanhamento individual de progresso.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57616" y="4617720"/>
            <a:ext cx="3108960" cy="18288"/>
          </a:xfrm>
          <a:prstGeom prst="rect">
            <a:avLst/>
          </a:prstGeom>
          <a:solidFill>
            <a:srgbClr val="D6D5CF"/>
          </a:solidFill>
          <a:ln w="12700">
            <a:solidFill>
              <a:srgbClr val="D6D5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7616" y="469087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ENTREGÁVEIS-CHAVE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03336" y="4965192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Trilhas de estudo por nível definidas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de sessões técnicas internas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mensal de evolução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5989320"/>
            <a:ext cx="11277295" cy="384048"/>
          </a:xfrm>
          <a:prstGeom prst="rect">
            <a:avLst/>
          </a:prstGeom>
          <a:solidFill>
            <a:srgbClr val="1F4D66"/>
          </a:solidFill>
          <a:ln w="12700">
            <a:solidFill>
              <a:srgbClr val="1F4D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989320"/>
            <a:ext cx="375909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Prazo: próximas 2–3 semanas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07154" y="5989320"/>
            <a:ext cx="182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16298" y="5989320"/>
            <a:ext cx="375909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Prazo: até o fim de mai/2026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966253" y="5989320"/>
            <a:ext cx="182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75397" y="5989320"/>
            <a:ext cx="375909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Prazo: início em mai/2026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Executivo • Front-end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2026-04-23T13:32:29Z</dcterms:created>
  <dcterms:modified xsi:type="dcterms:W3CDTF">2026-04-23T13:32:29Z</dcterms:modified>
</cp:coreProperties>
</file>