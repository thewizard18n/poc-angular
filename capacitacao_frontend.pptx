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FRONT-END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495" y="18288"/>
            <a:ext cx="6858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594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Geral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plano de capacitação técnica 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77295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3611880"/>
            <a:ext cx="8805672" cy="36576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0472" y="3429000"/>
            <a:ext cx="402336" cy="402336"/>
          </a:xfrm>
          <a:prstGeom prst="ellipse">
            <a:avLst/>
          </a:prstGeom>
          <a:solidFill>
            <a:srgbClr val="1F4D66"/>
          </a:solidFill>
          <a:ln w="25400">
            <a:solidFill>
              <a:srgbClr val="1F4D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862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82496" y="3154680"/>
            <a:ext cx="18288" cy="256032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73736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121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542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 dos conteúdos e do plano de acompanhamento da capacitação.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25696" y="3429000"/>
            <a:ext cx="402336" cy="402336"/>
          </a:xfrm>
          <a:prstGeom prst="ellipse">
            <a:avLst/>
          </a:prstGeom>
          <a:solidFill>
            <a:srgbClr val="1F4D66"/>
          </a:solidFill>
          <a:ln w="25400">
            <a:solidFill>
              <a:srgbClr val="1F4D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38862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98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18288" cy="256032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38144" y="173736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78224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75304" y="2121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1 de Capacitação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75304" y="2542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dos times diretamente afetados: Artemis e Sienna.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342900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D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38862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52944" y="3154680"/>
            <a:ext cx="18288" cy="256032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3368" y="173736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13448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10528" y="2121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2 de Capacitação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10528" y="2542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para outros times e pessoas interessadas.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96144" y="342900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D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91472" y="38862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88168" y="3154680"/>
            <a:ext cx="18288" cy="256032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08592" y="173736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45752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48672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45752" y="2121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445752" y="2542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recorrentes e suporte contínuo à aplicação prática dos conceitos.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663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DA JORNADA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4727448"/>
            <a:ext cx="128016" cy="128016"/>
          </a:xfrm>
          <a:prstGeom prst="ellipse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46634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execução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098280" y="4727448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D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81160" y="46634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010912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5148072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49" name="Text 47"/>
          <p:cNvSpPr/>
          <p:nvPr/>
        </p:nvSpPr>
        <p:spPr>
          <a:xfrm>
            <a:off x="1783080" y="5303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no plano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783080" y="5669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formalização ao acompanhamento contínuo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270248" y="5010912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44568" y="5148072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53" name="Text 51"/>
          <p:cNvSpPr/>
          <p:nvPr/>
        </p:nvSpPr>
        <p:spPr>
          <a:xfrm>
            <a:off x="5596128" y="5303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de capacitação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596128" y="5669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afetados e abertura ampliada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83296" y="5010912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57616" y="5148072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57" name="Text 55"/>
          <p:cNvSpPr/>
          <p:nvPr/>
        </p:nvSpPr>
        <p:spPr>
          <a:xfrm>
            <a:off x="9409176" y="5303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em paralelo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409176" y="5669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interno e Design System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Capacitação • Front-end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FRONT-END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495" y="18288"/>
            <a:ext cx="6858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Públicos-alvo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594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de Capacitação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propagação do conhecimento por públicos prioritários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77295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57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82880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21214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1214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PRIORITÁRIO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41401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Diretamente Afetados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3017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quem precisa adotar a nova arquitetura no curto prazo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37307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307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37307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7307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Sienna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251960"/>
            <a:ext cx="480060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70832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4645152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completa nos padrões e na arquitetura de sucesso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próximo durante a aplicação no dia a dia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dúvidas técnicas em sessões dedicadas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prática dos conceitos no contexto dos squads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91072" y="182880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2057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7662672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40112" y="21214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B9812C"/>
          </a:solidFill>
          <a:ln w="12700">
            <a:solidFill>
              <a:srgbClr val="B981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40112" y="21214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62672" y="241401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e Pessoas Interessadas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611112" y="3017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aberta para ampliar o alcance do conhecimento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11112" y="347472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11112" y="373075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373075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 a outros times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11112" y="4251960"/>
            <a:ext cx="480060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1112" y="4370832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56832" y="4645152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 estendido a quem deseja conhecer a arquitetura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conteúdo da Onda 1, com formato adaptado ao público amplo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de alinhamento técnico entre squads diferentes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escalar a adoção dos padrões em toda a organização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Capacitação • Front-end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FRONT-END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495" y="18288"/>
            <a:ext cx="6858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594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Capacitação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que serão abordados ao longo das ondas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77295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3957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State of Success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arquitetura consolidada como referência para os novos projetos.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8288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011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44568" y="23957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Capacitação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44568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completa da jornada, ondas e marcos previstos para o aprendizado.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18288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011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57616" y="23957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Adotados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57616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Convenções de código, estruturas e práticas que sustentam a arquitetura.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520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" y="39044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Migração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migrar projetos existentes para os novos padrões com menor atrito.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0248" y="333756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F4D66"/>
          </a:solidFill>
          <a:ln w="9525">
            <a:solidFill>
              <a:srgbClr val="1F4D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3520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601968" y="3538728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B9812C"/>
          </a:solidFill>
          <a:ln w="12700">
            <a:solidFill>
              <a:srgbClr val="B981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53872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44568" y="39044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Piloto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44568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dedicado com tudo novo da arquitetura para servir como referência prática.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83296" y="333756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3520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357616" y="39044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Dia a Dia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57616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prática sobre como trazer os conceitos para os squads e rotinas.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16636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321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PILOTO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555040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Teremos um projeto dedicado, construído do zero com tudo novo da nossa arquitetura — referência prática para todos os times.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Capacitação • Front-end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FRONT-END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495" y="18288"/>
            <a:ext cx="6858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 pós-capacitação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594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opções para sustentar a evolução do aprendizado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77295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57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8288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41401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Semanal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4800600" cy="365760"/>
          </a:xfrm>
          <a:prstGeom prst="roundRect">
            <a:avLst>
              <a:gd name="adj" fmla="val 12500"/>
            </a:avLst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17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sexta-feira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aberta semanal para tirar dúvidas e bater-papo sobre a evolução do aprendizado dos times.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370832"/>
            <a:ext cx="480060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62272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4736592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fixo na agenda — previsibilidade para os times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leve, voltado a perguntas, dúvidas e trocas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da evolução individual e dos squads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custo operacional para sustentar no longo prazo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91072" y="182880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2057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7662672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62672" y="241401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611112" y="3017520"/>
            <a:ext cx="4800600" cy="365760"/>
          </a:xfrm>
          <a:prstGeom prst="roundRect">
            <a:avLst>
              <a:gd name="adj" fmla="val 12500"/>
            </a:avLst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3017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fazendo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11112" y="35204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dedicado para treinar e aplicar na prática os conceitos obtidos durante a capacitação.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11112" y="4370832"/>
            <a:ext cx="480060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4462272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56832" y="4736592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real dos padrões e da arquitetura aprendidos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seguro para experimentar sem afetar produção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tangível ao final da jornada de capacitação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 a fixação dos conceitos por meio da prática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6355080"/>
            <a:ext cx="11277295" cy="292608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355080"/>
            <a:ext cx="5638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semanal recorrente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6704" y="6355080"/>
            <a:ext cx="1828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5848" y="6355080"/>
            <a:ext cx="5638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hands-on aprofundado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72800" y="66751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67512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Capacitação • Front-end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FRONT-END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495" y="18288"/>
            <a:ext cx="6858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complementares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594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em Paralelo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que avançam junto à capacitação e fortalecem a base técnica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77295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57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82880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212140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B9812C"/>
          </a:solidFill>
          <a:ln w="12700">
            <a:solidFill>
              <a:srgbClr val="B981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121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414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Interno de Diretrizes Frontend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303580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transversais a todos os projetos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45643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564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do time de front-end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950208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ATUAL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" y="4242816"/>
            <a:ext cx="4160520" cy="201168"/>
          </a:xfrm>
          <a:prstGeom prst="roundRect">
            <a:avLst>
              <a:gd name="adj" fmla="val 50000"/>
            </a:avLst>
          </a:prstGeom>
          <a:solidFill>
            <a:srgbClr val="E4E3DD"/>
          </a:solidFill>
          <a:ln w="12700">
            <a:solidFill>
              <a:srgbClr val="E4E3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42816"/>
            <a:ext cx="1872234" cy="201168"/>
          </a:xfrm>
          <a:prstGeom prst="roundRect">
            <a:avLst>
              <a:gd name="adj" fmla="val 50000"/>
            </a:avLst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419709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4590288"/>
            <a:ext cx="480060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81728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4956048"/>
            <a:ext cx="4709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centralizada de práticas e convenções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Aplicável a todos os projetos, independente do squad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referência para revisões de código e onboarding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 de forma colaborativa pelo time de front-end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91072" y="182880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2057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7662672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57232" y="212140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B9812C"/>
          </a:solidFill>
          <a:ln w="12700">
            <a:solidFill>
              <a:srgbClr val="B981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57232" y="2121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62672" y="2414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Design System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11112" y="303580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adequação da paleta ao Angular Material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11112" y="345643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34564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Conduzido por Ricardo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11112" y="3950208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ATUAL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11112" y="4242816"/>
            <a:ext cx="4160520" cy="201168"/>
          </a:xfrm>
          <a:prstGeom prst="roundRect">
            <a:avLst>
              <a:gd name="adj" fmla="val 50000"/>
            </a:avLst>
          </a:prstGeom>
          <a:solidFill>
            <a:srgbClr val="E4E3DD"/>
          </a:solidFill>
          <a:ln w="12700">
            <a:solidFill>
              <a:srgbClr val="E4E3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4242816"/>
            <a:ext cx="1456182" cy="201168"/>
          </a:xfrm>
          <a:prstGeom prst="roundRect">
            <a:avLst>
              <a:gd name="adj" fmla="val 50000"/>
            </a:avLst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81360" y="419709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11112" y="4590288"/>
            <a:ext cx="480060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1112" y="4681728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56832" y="4956048"/>
            <a:ext cx="4709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da paleta de cores alinhada à identidade visual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ao Angular Material para uso direto pelos squads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visual entre os produtos da organização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direto para a evolução dos componentes do DS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Capacitação • Front-end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2026-04-30T16:01:54Z</dcterms:created>
  <dcterms:modified xsi:type="dcterms:W3CDTF">2026-04-30T16:01:54Z</dcterms:modified>
</cp:coreProperties>
</file>