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x.dev/concepts/module-federation" TargetMode="External"/><Relationship Id="rId3" Type="http://schemas.openxmlformats.org/officeDocument/2006/relationships/hyperlink" Target="https://www.angulararchitects.io/en/blog/the-microfrontend-revolution-module-federation-in-webpack-5/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nx.dev/features/enforce-module-boundaries" TargetMode="External"/><Relationship Id="rId2" Type="http://schemas.openxmlformats.org/officeDocument/2006/relationships/hyperlink" Target="https://www.jimmybogard.com/vertical-slice-architecture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immybogard.com/vertical-slice-architecture/" TargetMode="External"/><Relationship Id="rId3" Type="http://schemas.openxmlformats.org/officeDocument/2006/relationships/hyperlink" Target="https://nx.dev/concepts/more-concepts/library-types" TargetMode="Externa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agile-at-scale/spotify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End State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  ·  Native Federation  ·  Microfrontends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padrões transversais e chapters de excelência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28600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 ·  Padrões  ·  Chapters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·  Documento Interno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End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 com Native Federation (esbuild) — cada módulo é um MFE com deploy independente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117957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86400"/>
            <a:ext cx="354787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Host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roteamento, auth, Design System e scaffolding. Ponto único de governança.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5112" y="5486400"/>
            <a:ext cx="3547872" cy="54864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2272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MFEs Independentes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2272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faz deploy do seu MFE sem impactar os demais. Vertical slices com autonomia.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01584" y="5486400"/>
            <a:ext cx="35478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01584" y="5486400"/>
            <a:ext cx="3547872" cy="54864"/>
          </a:xfrm>
          <a:prstGeom prst="rect">
            <a:avLst/>
          </a:prstGeom>
          <a:solidFill>
            <a:srgbClr val="C4610A"/>
          </a:solidFill>
          <a:ln w="12700">
            <a:solidFill>
              <a:srgbClr val="C461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38744" y="56144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38744" y="588873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UI Components e helpers compartilhados entre MFEs, versionados e estáveis.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 Docs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Angular Module Federation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Transversais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MFE segue os mesmos padrões — consistência sem sacrificar autonomia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contém UI, lógica e dados em uma fatia vertical completa. Sem dependências horizontais entre slices.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9976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1496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Lint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2856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compartilhado com regras de boundaries, import restrictions e code style. Enforce automático no CI.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10515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234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2832" y="1252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Compartilhado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1828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componentes UI versionada e centralizada. Garante consistência visual entre todos os MFEs.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pode ser ligada/desligada por ambiente e por squad. Rollout progressivo com segurança.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9976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11496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62856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Unitários, integração e E2E por MFE. Cada squad é responsável pela cobertura do seu domínio.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11312" y="338328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35661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42832" y="3584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Estabilizadas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libs com versionamento semântico. Breaking changes passam por RFC antes de serem propagados.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 Module Boundaries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Vertical Slice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é uma fatia vertical completa: ui/ → data-access/ → model/ — sem dependências horizontais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117957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303520"/>
            <a:ext cx="263347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4315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7607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Angular (smart + dumb), templates e estilos. Ponto de entrada visual da feature.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0712" y="5303520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0712" y="5303520"/>
            <a:ext cx="2633472" cy="54864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54315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data-access/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47872" y="57607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stores e chamadas HTTP. Toda lógica de acesso a dados fica isolada aqui.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72784" y="5303520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5303520"/>
            <a:ext cx="2633472" cy="54864"/>
          </a:xfrm>
          <a:prstGeom prst="rect">
            <a:avLst/>
          </a:prstGeom>
          <a:solidFill>
            <a:srgbClr val="C4610A"/>
          </a:solidFill>
          <a:ln w="12700">
            <a:solidFill>
              <a:srgbClr val="C461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9944" y="54315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9944" y="57607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types e enums específicos da feature. Contrato tipado entre ui e data-access.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34856" y="5303520"/>
            <a:ext cx="2633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34856" y="5303520"/>
            <a:ext cx="2633472" cy="54864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72016" y="54315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72016" y="5760720"/>
            <a:ext cx="2359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utils e guards compartilhados dentro do domínio. Features importam daqui, nunca entre si.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Vertical Slice Architecture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NX Library Types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— Excelência por Disciplina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entregam produto, Chapters garantem qualidade e consistência transversal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60120"/>
            <a:ext cx="676656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960120"/>
            <a:ext cx="4416552" cy="457200"/>
          </a:xfrm>
          <a:prstGeom prst="roundRect">
            <a:avLst>
              <a:gd name="adj" fmla="val 12000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96012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Chapter faz?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16459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54112" y="16184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ideias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189280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da mesma área compartilham experiências e chegam a denominadores comuns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251460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248716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 boas práticas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54112" y="276148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Fornecer, avaliar e manter os padrões de melhores práticas em vigor em cada disciplina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0" y="3383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54112" y="335584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compartilhados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54112" y="363016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desafios que estejam enfrentando e encontrar soluções coletivamente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15200" y="42519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54112" y="422452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entre squads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54112" y="449884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consistência no andamento dos projetos e criar guidelines unificadas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15200" y="51206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54112" y="509320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54112" y="5367528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experiência do cliente de igual forma nos diferentes produtos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6656832"/>
            <a:ext cx="11091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 Model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 State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unificado, builds inteligentes, cache distribuído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46704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46704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MFEs Autônomos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46704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independente, squads com ownership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44768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Transversais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Design System, Feature Toggle, Testes — consistência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42832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942832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42832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Excelência técnica transversal, guidelines e consistência de 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com consistência  —  cada squad entrega rápido, todo produto entrega igual.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2026-04-15T18:18:33Z</dcterms:created>
  <dcterms:modified xsi:type="dcterms:W3CDTF">2026-04-15T18:18:33Z</dcterms:modified>
</cp:coreProperties>
</file>